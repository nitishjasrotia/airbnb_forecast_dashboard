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Global Airbnb Performance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data-driven overview of Airbnb's presence across 10 major cities worldwide — tracking listings, hosts, reviews, and performance metrics from 2008 to 2020.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2026-09-22T04:22:40Z</dcterms:created>
  <dcterms:modified xsi:type="dcterms:W3CDTF">2026-09-22T04:22:40Z</dcterms:modified>
</cp:coreProperties>
</file>